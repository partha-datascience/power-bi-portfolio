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767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7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20040" cy="507949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463040"/>
            <a:ext cx="73152" cy="1645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5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</a:t>
            </a:r>
            <a:r>
              <a:rPr lang="en-US" sz="2800" dirty="0" smtClean="0">
                <a:solidFill>
                  <a:srgbClr val="F5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  Partha Pratim Choudhury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94360" y="2926080"/>
            <a:ext cx="50292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</a:t>
            </a:r>
            <a:r>
              <a:rPr lang="en-US" sz="14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023360"/>
            <a:ext cx="1920240" cy="731520"/>
          </a:xfrm>
          <a:prstGeom prst="rect">
            <a:avLst/>
          </a:prstGeom>
          <a:solidFill>
            <a:srgbClr val="243558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5 Report Pages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4023360"/>
            <a:ext cx="1920240" cy="731520"/>
          </a:xfrm>
          <a:prstGeom prst="rect">
            <a:avLst/>
          </a:prstGeom>
          <a:solidFill>
            <a:srgbClr val="243558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Sales Analytics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4023360"/>
            <a:ext cx="1920240" cy="731520"/>
          </a:xfrm>
          <a:prstGeom prst="rect">
            <a:avLst/>
          </a:prstGeom>
          <a:solidFill>
            <a:srgbClr val="243558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Profit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4023360"/>
            <a:ext cx="1920240" cy="731520"/>
          </a:xfrm>
          <a:prstGeom prst="rect">
            <a:avLst/>
          </a:prstGeom>
          <a:solidFill>
            <a:srgbClr val="243558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Customer Insights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project delivers an end-to-end sales and profit intelligence dashboard built on transactional retail data. It enables stakeholders to monitor performance, identify top/bottom performers, compare date ranges, and explore raw data — all through interactive visuals.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54864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745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874520"/>
            <a:ext cx="54864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0604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8745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874520"/>
            <a:ext cx="5486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0916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Types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18745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187452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+ Dims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1228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4572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5570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3776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transactions: Sales, Profit, Discounts, Units Sold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60520"/>
            <a:ext cx="45720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1970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Promotion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4416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categories and discount structures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52044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520440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5570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Dimension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3776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 for period-over-period analysis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416052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4160520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41970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Product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83480" y="4416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dimensions for slicing and filtering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5784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 —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96112"/>
            <a:ext cx="54864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Profit V/s Net Sales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100584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05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35331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Net Sales against Profit to reveal correlation and identify high-margin vs low-margin transaction clusters.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96112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96112"/>
            <a:ext cx="54864" cy="1234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  Avg Discount by Promotion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0" y="1005840"/>
            <a:ext cx="100584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005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35331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promotion categories by average discount value, helping evaluate which promotions are most cost-intensive.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313432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13432"/>
            <a:ext cx="54864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404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Number of Orders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423160"/>
            <a:ext cx="100584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423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277063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Single-number KPI showing total order count — an at-a-glance volume indicator for the selected period.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313432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313432"/>
            <a:ext cx="54864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404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Net Sales by City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0" y="2423160"/>
            <a:ext cx="100584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2423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Visual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277063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bubble map showing Net Sales distribution across cities, enabling regional performance analysis.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03320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  Net Sale Over Time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0" y="3767328"/>
            <a:ext cx="10058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4050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trend of Net Sales highlighting seasonality, growth patterns, and dips across the reporting period.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 — Top / Bottom 5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highest and lowest performing products across three key KPIs, enabling targeted action on both star performers and underperformers.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28800"/>
            <a:ext cx="27432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TOP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17627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revenue contribution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291840"/>
            <a:ext cx="274320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BOTTOM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63931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dragging overall revenue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371600"/>
            <a:ext cx="274320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Sold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18288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828800"/>
            <a:ext cx="27432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TOP 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17627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units moved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2918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291840"/>
            <a:ext cx="274320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BOTTOM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63931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with lowest unit movement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371600"/>
            <a:ext cx="27432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18288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828800"/>
            <a:ext cx="27432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TOP 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17627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highest margin products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32918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3291840"/>
            <a:ext cx="274320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BOTTOM 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63931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least profitable / loss-making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FF8E7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Cross-referencing top Sales vs top Profit products reveals margin efficiency — high sales don't always mean high profit.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3 &amp; 4 — Interactive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16052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User Choice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user-driven page where date slicers dynamically filter all three KPI visuals simultaneously. Ideal for on-the-fly period reporting.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🔽  Slicers / Filters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4572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286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Filter (Relative)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606040"/>
            <a:ext cx="4572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06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Date Picker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337560"/>
            <a:ext cx="4572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337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— Column Chart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657600"/>
            <a:ext cx="4572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657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— Column Chart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977640"/>
            <a:ext cx="4572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977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Qty Sold — Column Chart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868680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868680"/>
            <a:ext cx="416052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868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Preferred Option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3258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Dual-slicer comparison page allowing side-by-side analysis of two independent date ranges — perfect for YoY or QoQ benchmarking.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🔽  Slicers / Filters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286000"/>
            <a:ext cx="4572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286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Filter 1 (Period A)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2606040"/>
            <a:ext cx="4572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606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Filter 2 (Period B)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3337560"/>
            <a:ext cx="4572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337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Comparison — Bar Charts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3657600"/>
            <a:ext cx="4572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3657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Comparison — Bar Charts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3977640"/>
            <a:ext cx="4572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3977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Sold Comparison — Bar Charts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5 — Tabular Data Explorer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 table page gives users full visibility into individual transaction records with 4 interactive slicers for granular filtering.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Filters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192024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91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transactions by specific date or date range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6916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691640"/>
            <a:ext cx="192024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691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0116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individual customer purchase history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6916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691640"/>
            <a:ext cx="19202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691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0116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sales data for a specific product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16916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1691640"/>
            <a:ext cx="192024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691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Name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0116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transactions under a given promotion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 in Table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20116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3200400"/>
            <a:ext cx="20116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200400"/>
            <a:ext cx="20116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0" y="3200400"/>
            <a:ext cx="20116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PromotionID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67588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6758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(dd/mm/yyyy)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68880" y="367588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36758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367588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36758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Value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75120" y="367588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48272" y="36758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151376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41513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(INR)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68880" y="4151376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41513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4151376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45152" y="41513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75120" y="4151376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48272" y="41513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Business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54864" cy="1188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3898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after discounts applied across all 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14400"/>
            <a:ext cx="54864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0" y="13898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before applying any promotional discounts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86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86000"/>
            <a:ext cx="54864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27614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calculated per transaction in the Fact Table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286000"/>
            <a:ext cx="54864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77840" y="27614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metric tracking total quantity sold per product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57600"/>
            <a:ext cx="54864" cy="1188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🎟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9728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Value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41330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discount given — key to understanding promo cost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65760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🔖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%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577840" y="41330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discount per transaction, aggregated by promotion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2004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BI (2025.08) — fully cloud-compatible report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37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interactive dashboard covering Overview, Rankings, Comparison, and Raw Data exploration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40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a Fact Table with Dim tables for scalable star-schema data modeling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70632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KPIs: Net Sales, Total Sales, Profit, Units Sold, Discount Value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dynamic date filtering, period comparison, and geographic 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3977640"/>
            <a:ext cx="4572000" cy="777240"/>
          </a:xfrm>
          <a:prstGeom prst="rect">
            <a:avLst/>
          </a:prstGeom>
          <a:solidFill>
            <a:srgbClr val="243558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0" y="3977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Available on GitHub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725</Words>
  <Application>Microsoft Office PowerPoint</Application>
  <PresentationFormat>On-screen Show (16:9)</PresentationFormat>
  <Paragraphs>145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Profit Business Intelligence Report</dc:title>
  <dc:subject>PptxGenJS Presentation</dc:subject>
  <dc:creator>BI Project</dc:creator>
  <cp:lastModifiedBy>RAJA</cp:lastModifiedBy>
  <cp:revision>4</cp:revision>
  <dcterms:created xsi:type="dcterms:W3CDTF">2026-03-05T00:14:16Z</dcterms:created>
  <dcterms:modified xsi:type="dcterms:W3CDTF">2026-03-06T23:30:39Z</dcterms:modified>
</cp:coreProperties>
</file>